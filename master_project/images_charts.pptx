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417B-95F9-9341-850C-A64DBA589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C95544-1C05-E34C-9ED2-602FA5A20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75A4-3438-3044-8EBF-EA09C9625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45698-55CE-1A41-963B-26EFEF6A3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73835-7042-AC43-AD17-8242AECF1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714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16F56-CFD4-FB4E-B61F-BBCD4DC5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200AC-D9CF-E046-BA5A-F8B60BCCE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20D11-2BDD-8640-8F27-8C333A3DB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0BE21-0E15-7648-BE0D-EDF909BD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E8012-3E9C-FB44-B27E-A75D0A9C4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769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A6E70-5154-CF40-ADD7-CE841BA2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2CB99-CB2D-C745-83DA-14B3FAA12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D655C-D8D8-C441-9C29-1D43664F2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9770BF-966B-4542-A774-A4F013D61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AE4F1-33A8-5D46-B036-D4F772C07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53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26D5C-718E-424E-A0CB-A02647E81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20387-2D7F-D942-A581-BCDD45FDB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15698-FD3A-EE47-88C8-D16B3E1A94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5D9A07-7F75-BF48-AFA5-F76CBC7A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E301-8D72-A046-A6DC-9D104F2FB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308753-FB48-544E-8C7E-273E9BBEB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446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1E8E-F44A-BD47-B2E0-6EA46C0EF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F227C-AFEB-4644-B2C3-4008FCED7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C4986C-EC79-FA41-96AF-F3C70A762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84297-15AB-A14B-A65E-97186D1A5D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3F6EED-0A4A-A147-97BB-EA8AC5770C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CB4758-E94C-6942-B7AF-B5E275DB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FF717E-0017-1246-A24F-483A589EA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018C7-7DCF-4E40-80FC-1D7E570D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618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77D30-CC19-644C-9C93-E1BF5CB73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A7C27D-DC74-4645-A6E6-8B52D877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C29837-C664-CD4B-A1B7-1BCE7CE7E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5364E9-6C7B-0249-AC34-26D2C512D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241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FCA9BF-CA6D-CE49-8BCC-E54BDD6C9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F9482D-BD6E-AE4B-B135-C147513D0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E7BA9-71D3-5C4F-9CB3-B7EDF2FC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239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B66E0-0DC0-1447-B6EC-F8F277B5F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8185-3ABA-4B4D-BE6B-E3FAF7750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8E3A4B-95C8-B245-9727-85DD18A6F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060E19-D737-E54A-ABC1-678F78BD8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D2F785-B2D2-574D-A6BA-CE32896F7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7D492-82FB-6145-9EFD-97FA74FD2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254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BDDF9-1258-1A41-B49B-51E423630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B40F1B-A8EA-6F4A-BB70-742E2D9DF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E8D1EB-36D1-1143-A47F-478B77B951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97E2E-D487-7849-B565-25A26E3B0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CE8884-19F7-2642-AED1-0ECC9D866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655E9D-C1A4-034B-BAAB-33DF570E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498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AAF9E-F59D-0E49-9EAA-0C8B4F856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0A06F-1534-5140-8DA9-79B0A20A9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948CF-4678-124B-A10E-9AA7658D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4565E-A2F6-7846-A50D-E22BA5D10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636AD-13A5-9B47-ACF0-B1F806370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27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329C96-8020-D045-B209-F0F31E826C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8F8402-349A-A843-A2C2-123975C08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56D55-7E16-3045-A48C-EADC44B62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CBDFD-DF49-0042-A5C7-87E239C0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CF037-BC46-2848-A223-6813F2E22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468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9E2C93-D5B5-544D-B17E-2423A07ED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172E5-5B25-EA49-879F-32F5B7498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20F19-65D1-5142-AFF3-DCCEFCDC0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846BE-4134-2044-B985-FB81F4ED91A7}" type="datetimeFigureOut">
              <a:rPr lang="en-US" smtClean="0"/>
              <a:t>1/11/21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0D6EA-91E1-8A4D-80C5-C90A6C08E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30FDD-A1D8-934F-A255-BE1D108A3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C629E-BD08-6D40-8232-1E3354C6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658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54A7E7-1C71-8448-85ED-6F2C04FEB614}"/>
              </a:ext>
            </a:extLst>
          </p:cNvPr>
          <p:cNvSpPr/>
          <p:nvPr/>
        </p:nvSpPr>
        <p:spPr>
          <a:xfrm>
            <a:off x="1524000" y="2450473"/>
            <a:ext cx="6400800" cy="5313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1CEAE-7808-C741-A3C3-97E3E4E76537}"/>
              </a:ext>
            </a:extLst>
          </p:cNvPr>
          <p:cNvSpPr/>
          <p:nvPr/>
        </p:nvSpPr>
        <p:spPr>
          <a:xfrm>
            <a:off x="1523999" y="2450473"/>
            <a:ext cx="746233" cy="5313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7338B5-EDE9-AA4D-897D-8853E46AED13}"/>
              </a:ext>
            </a:extLst>
          </p:cNvPr>
          <p:cNvSpPr/>
          <p:nvPr/>
        </p:nvSpPr>
        <p:spPr>
          <a:xfrm>
            <a:off x="2270234" y="2446621"/>
            <a:ext cx="1166649" cy="5313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E2E762-C332-BB4F-B470-F64AF205D68F}"/>
              </a:ext>
            </a:extLst>
          </p:cNvPr>
          <p:cNvSpPr/>
          <p:nvPr/>
        </p:nvSpPr>
        <p:spPr>
          <a:xfrm>
            <a:off x="3436882" y="2450473"/>
            <a:ext cx="4487917" cy="5313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query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pool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6987FBA8-66F1-5C48-92DE-C027D0663876}"/>
              </a:ext>
            </a:extLst>
          </p:cNvPr>
          <p:cNvSpPr/>
          <p:nvPr/>
        </p:nvSpPr>
        <p:spPr>
          <a:xfrm rot="5400000">
            <a:off x="1752599" y="2879837"/>
            <a:ext cx="289034" cy="746232"/>
          </a:xfrm>
          <a:prstGeom prst="rightBrace">
            <a:avLst>
              <a:gd name="adj1" fmla="val 7909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7AAE9-9669-384B-9E8C-10F9F4C6B261}"/>
              </a:ext>
            </a:extLst>
          </p:cNvPr>
          <p:cNvSpPr txBox="1"/>
          <p:nvPr/>
        </p:nvSpPr>
        <p:spPr>
          <a:xfrm>
            <a:off x="1616429" y="3424653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10%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2D75A5A9-F551-E14C-B24C-58E1E6636F8D}"/>
              </a:ext>
            </a:extLst>
          </p:cNvPr>
          <p:cNvSpPr/>
          <p:nvPr/>
        </p:nvSpPr>
        <p:spPr>
          <a:xfrm rot="5400000">
            <a:off x="2709039" y="2683671"/>
            <a:ext cx="289034" cy="1166650"/>
          </a:xfrm>
          <a:prstGeom prst="rightBrace">
            <a:avLst>
              <a:gd name="adj1" fmla="val 7909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7AD3A3-02D9-AA45-B035-02E22348F2BA}"/>
              </a:ext>
            </a:extLst>
          </p:cNvPr>
          <p:cNvSpPr txBox="1"/>
          <p:nvPr/>
        </p:nvSpPr>
        <p:spPr>
          <a:xfrm>
            <a:off x="2572870" y="3423407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18%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747342B-60E7-C14D-B14C-98EA97C325F4}"/>
              </a:ext>
            </a:extLst>
          </p:cNvPr>
          <p:cNvSpPr/>
          <p:nvPr/>
        </p:nvSpPr>
        <p:spPr>
          <a:xfrm rot="5400000">
            <a:off x="5536323" y="1011144"/>
            <a:ext cx="289034" cy="4487919"/>
          </a:xfrm>
          <a:prstGeom prst="rightBrace">
            <a:avLst>
              <a:gd name="adj1" fmla="val 7909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335850-6061-9E4B-BD3A-B64D7124084F}"/>
              </a:ext>
            </a:extLst>
          </p:cNvPr>
          <p:cNvSpPr txBox="1"/>
          <p:nvPr/>
        </p:nvSpPr>
        <p:spPr>
          <a:xfrm>
            <a:off x="5400154" y="3411514"/>
            <a:ext cx="5613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72%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750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12</Words>
  <Application>Microsoft Macintosh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Sun, Chuan</dc:creator>
  <cp:lastModifiedBy>Sun, Chuan</cp:lastModifiedBy>
  <cp:revision>5</cp:revision>
  <dcterms:created xsi:type="dcterms:W3CDTF">2021-01-11T16:53:44Z</dcterms:created>
  <dcterms:modified xsi:type="dcterms:W3CDTF">2021-01-11T17:18:26Z</dcterms:modified>
</cp:coreProperties>
</file>