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FFFF"/>
    <a:srgbClr val="E4E4E5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75"/>
  </p:normalViewPr>
  <p:slideViewPr>
    <p:cSldViewPr snapToGrid="0" snapToObjects="1">
      <p:cViewPr varScale="1">
        <p:scale>
          <a:sx n="148" d="100"/>
          <a:sy n="148" d="100"/>
        </p:scale>
        <p:origin x="101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73BF7-56ED-FC44-BA84-68BF31993C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A3389A-1E18-FA4B-AADA-DF60DD00DF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D4C8B-C32B-3D4A-A548-8DA2C11C6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347D3-74BA-2B44-8B5C-74FF05953E33}" type="datetimeFigureOut">
              <a:rPr lang="en-US" smtClean="0"/>
              <a:t>1/19/21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ED85DE-21CD-634F-B06D-36E8571F5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29E07-9705-6D43-84AF-215FEDDA9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3B449-CEA9-4E4E-B4BD-0814C863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143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1F81E-2207-9248-B37B-86A869AB2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C8D0B-0281-9843-9B25-C569839A20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4E6E76-A152-764C-89E4-A19B49645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347D3-74BA-2B44-8B5C-74FF05953E33}" type="datetimeFigureOut">
              <a:rPr lang="en-US" smtClean="0"/>
              <a:t>1/19/21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8DA43C-FF40-6848-9300-4C5EBB779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409E8-7560-2640-BC2A-85F93B45F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3B449-CEA9-4E4E-B4BD-0814C863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703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935CB-2C39-FE40-AF43-C9E461800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4F8F1-2628-4C4B-BC42-681410DBEB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8E84F6-F210-4246-9B38-75FAA67B4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347D3-74BA-2B44-8B5C-74FF05953E33}" type="datetimeFigureOut">
              <a:rPr lang="en-US" smtClean="0"/>
              <a:t>1/19/21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E12473-0DD5-7740-BCE3-4092F6762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1FA1A-7505-EC4F-B111-9CC1EFFF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3B449-CEA9-4E4E-B4BD-0814C863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387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7D029-1619-E04E-B943-B4AE3911A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444DF-C8C1-9446-904C-36CB80D70E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E6E41F-D45F-3540-9C18-64523F1F42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F09177-64A4-B048-9E3B-CFA8F390B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347D3-74BA-2B44-8B5C-74FF05953E33}" type="datetimeFigureOut">
              <a:rPr lang="en-US" smtClean="0"/>
              <a:t>1/19/21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DA23C-404E-3943-9B64-4C8C4AEB7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FE1E24-7978-6E4E-A950-24AE07A45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3B449-CEA9-4E4E-B4BD-0814C863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431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F6679-3013-784A-819E-F56662846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D88FA6-7F59-C84A-AAD2-59F6DEFDFB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480BBA-910D-8844-A734-98706C79F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2C64CC-5B47-1B4C-A22F-47A69C4139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A5DB74-6642-4F4E-9802-7AF977D5E3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2477AA-1B3A-DC4D-81B4-1D3A9712A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347D3-74BA-2B44-8B5C-74FF05953E33}" type="datetimeFigureOut">
              <a:rPr lang="en-US" smtClean="0"/>
              <a:t>1/19/21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D195D2-DEAC-434C-8C10-7958B889A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F11235-B244-1D41-8FAB-8E73A535C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3B449-CEA9-4E4E-B4BD-0814C863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000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1A247-1F64-AF41-9512-EA9A7B225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BAEBF3-C79F-3D4E-A974-3DD74F301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347D3-74BA-2B44-8B5C-74FF05953E33}" type="datetimeFigureOut">
              <a:rPr lang="en-US" smtClean="0"/>
              <a:t>1/19/21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DD0E5E-C608-5641-B4B7-C2C007373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B7B2FE-0948-AC4A-BD98-15D704172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3B449-CEA9-4E4E-B4BD-0814C863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326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0D44EE-0E63-FE49-B1CF-321E14DC7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347D3-74BA-2B44-8B5C-74FF05953E33}" type="datetimeFigureOut">
              <a:rPr lang="en-US" smtClean="0"/>
              <a:t>1/19/21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79BC54-93B7-8F4F-A7EB-C662A26C9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535D17-545A-1F4E-B672-992DA66BE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3B449-CEA9-4E4E-B4BD-0814C863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523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52361-2633-CE42-AB17-4E7B0F21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4DE04-7D5F-3A4D-9FA2-6AE68EF8DC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1F6A2F-4BC3-1047-B360-7D8F487846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12DFEC-1430-D44D-BECF-6AFFC2DFB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347D3-74BA-2B44-8B5C-74FF05953E33}" type="datetimeFigureOut">
              <a:rPr lang="en-US" smtClean="0"/>
              <a:t>1/19/21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B12568-D9CF-2E46-9B88-6C5AEE39B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A706A1-62A1-9440-B438-27AE12046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3B449-CEA9-4E4E-B4BD-0814C863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499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36960-9AAE-054E-8C53-7E565FC6E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3176CD-BED0-384D-B126-39E471312B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93CE56-D166-0D44-BED2-9B8B571E3F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F4A756-9782-874C-B66C-B86D9C658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347D3-74BA-2B44-8B5C-74FF05953E33}" type="datetimeFigureOut">
              <a:rPr lang="en-US" smtClean="0"/>
              <a:t>1/19/21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46F3F2-5017-2849-86FB-E5D7A19FB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67F0D-D30B-044D-BD8E-722418B40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3B449-CEA9-4E4E-B4BD-0814C863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030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4EDA1-03D9-3F48-BF6F-6F49ADB42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5F8A8D-7602-6B4C-BA1F-A2B4D6E6ED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A7286-06BC-B043-9486-EB700FC46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347D3-74BA-2B44-8B5C-74FF05953E33}" type="datetimeFigureOut">
              <a:rPr lang="en-US" smtClean="0"/>
              <a:t>1/19/21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D5628-7D4A-D042-AD54-81E99A67B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10E16-3B12-CD4A-9F99-3C91B5FAF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3B449-CEA9-4E4E-B4BD-0814C863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738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C89C25-22C0-CE42-B003-AB6B1E8611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E1755E-5FB5-E840-9821-75CDE68B12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AB8A9-6E76-F749-96A6-050AFB740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347D3-74BA-2B44-8B5C-74FF05953E33}" type="datetimeFigureOut">
              <a:rPr lang="en-US" smtClean="0"/>
              <a:t>1/19/21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D18E6-49B2-C246-8337-631348A0B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E43A6-8055-C341-A1E8-C21F009F9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3B449-CEA9-4E4E-B4BD-0814C863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602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63F757-72CD-3041-81BD-0D95A29C4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8317BA-4821-0A48-AE9F-F30526C85E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A90D5-0FA7-1742-93AC-32ED178528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347D3-74BA-2B44-8B5C-74FF05953E33}" type="datetimeFigureOut">
              <a:rPr lang="en-US" smtClean="0"/>
              <a:t>1/19/21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562FF3-2F80-8440-ABB4-78E45B23BF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AA2ACF-4113-1343-882B-38192FB513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03B449-CEA9-4E4E-B4BD-0814C863F5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539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107F89CC-E1EE-8643-A413-F3E719453930}"/>
              </a:ext>
            </a:extLst>
          </p:cNvPr>
          <p:cNvGrpSpPr/>
          <p:nvPr/>
        </p:nvGrpSpPr>
        <p:grpSpPr>
          <a:xfrm>
            <a:off x="1735707" y="795012"/>
            <a:ext cx="6329112" cy="5295238"/>
            <a:chOff x="1735707" y="795012"/>
            <a:chExt cx="6329112" cy="5295238"/>
          </a:xfrm>
        </p:grpSpPr>
        <p:pic>
          <p:nvPicPr>
            <p:cNvPr id="5" name="Picture 4" descr="Diagram&#10;&#10;Description automatically generated">
              <a:extLst>
                <a:ext uri="{FF2B5EF4-FFF2-40B4-BE49-F238E27FC236}">
                  <a16:creationId xmlns:a16="http://schemas.microsoft.com/office/drawing/2014/main" id="{8DE25877-CA9D-8F45-8C79-01CB4A4946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35707" y="2103408"/>
              <a:ext cx="6329112" cy="3986842"/>
            </a:xfrm>
            <a:prstGeom prst="rect">
              <a:avLst/>
            </a:prstGeom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2A837D20-E0D8-4248-B8A4-032B15A0125D}"/>
                </a:ext>
              </a:extLst>
            </p:cNvPr>
            <p:cNvCxnSpPr>
              <a:cxnSpLocks/>
            </p:cNvCxnSpPr>
            <p:nvPr/>
          </p:nvCxnSpPr>
          <p:spPr>
            <a:xfrm>
              <a:off x="4796747" y="1526876"/>
              <a:ext cx="0" cy="559280"/>
            </a:xfrm>
            <a:prstGeom prst="straightConnector1">
              <a:avLst/>
            </a:prstGeom>
            <a:ln w="76200">
              <a:solidFill>
                <a:srgbClr val="323232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9153416-2522-324B-9674-262364E664FD}"/>
                </a:ext>
              </a:extLst>
            </p:cNvPr>
            <p:cNvSpPr/>
            <p:nvPr/>
          </p:nvSpPr>
          <p:spPr>
            <a:xfrm>
              <a:off x="4010881" y="795012"/>
              <a:ext cx="1554480" cy="68591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Initial Model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CC3262D-A109-904D-B170-C4C01F507234}"/>
                </a:ext>
              </a:extLst>
            </p:cNvPr>
            <p:cNvSpPr/>
            <p:nvPr/>
          </p:nvSpPr>
          <p:spPr>
            <a:xfrm>
              <a:off x="4045789" y="2163792"/>
              <a:ext cx="1440611" cy="75193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Supervised Learning Model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6D28142-A74B-0C46-A05C-79AD3211544A}"/>
                </a:ext>
              </a:extLst>
            </p:cNvPr>
            <p:cNvSpPr/>
            <p:nvPr/>
          </p:nvSpPr>
          <p:spPr>
            <a:xfrm>
              <a:off x="6406552" y="3607997"/>
              <a:ext cx="1296838" cy="751935"/>
            </a:xfrm>
            <a:prstGeom prst="rect">
              <a:avLst/>
            </a:prstGeom>
            <a:solidFill>
              <a:srgbClr val="E4E4E5"/>
            </a:solidFill>
            <a:ln>
              <a:solidFill>
                <a:srgbClr val="E4E4E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Unlabeled</a:t>
              </a:r>
            </a:p>
            <a:p>
              <a:pPr algn="ctr"/>
              <a:r>
                <a:rPr lang="en-US" sz="15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 Pool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944C7C1-B92D-4C49-B7E0-1211DF770BB6}"/>
                </a:ext>
              </a:extLst>
            </p:cNvPr>
            <p:cNvSpPr/>
            <p:nvPr/>
          </p:nvSpPr>
          <p:spPr>
            <a:xfrm>
              <a:off x="4188583" y="5477772"/>
              <a:ext cx="1133915" cy="58521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Human Annotator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C3D0526-A0BC-F842-A690-1DFE1A6F79E3}"/>
                </a:ext>
              </a:extLst>
            </p:cNvPr>
            <p:cNvSpPr/>
            <p:nvPr/>
          </p:nvSpPr>
          <p:spPr>
            <a:xfrm>
              <a:off x="6539839" y="5571913"/>
              <a:ext cx="1524980" cy="2926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Query Strategies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23A14C9-38F8-5D45-B18D-E7DA49E57B4C}"/>
                </a:ext>
              </a:extLst>
            </p:cNvPr>
            <p:cNvSpPr/>
            <p:nvPr/>
          </p:nvSpPr>
          <p:spPr>
            <a:xfrm>
              <a:off x="1749589" y="2333411"/>
              <a:ext cx="1373168" cy="2926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Model Training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865F9CF-CCB0-0D4B-B40A-100F984E28EB}"/>
                </a:ext>
              </a:extLst>
            </p:cNvPr>
            <p:cNvSpPr/>
            <p:nvPr/>
          </p:nvSpPr>
          <p:spPr>
            <a:xfrm>
              <a:off x="1854679" y="3764292"/>
              <a:ext cx="897148" cy="459064"/>
            </a:xfrm>
            <a:prstGeom prst="rect">
              <a:avLst/>
            </a:prstGeom>
            <a:solidFill>
              <a:srgbClr val="09FFFF"/>
            </a:solidFill>
            <a:ln>
              <a:solidFill>
                <a:srgbClr val="09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Labeled</a:t>
              </a:r>
            </a:p>
            <a:p>
              <a:pPr algn="ctr"/>
              <a:r>
                <a:rPr lang="en-US" sz="15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66962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16</Words>
  <Application>Microsoft Macintosh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Sun, Chuan</dc:creator>
  <cp:lastModifiedBy>Sun, Chuan</cp:lastModifiedBy>
  <cp:revision>5</cp:revision>
  <dcterms:created xsi:type="dcterms:W3CDTF">2021-01-19T16:59:13Z</dcterms:created>
  <dcterms:modified xsi:type="dcterms:W3CDTF">2021-01-19T17:23:36Z</dcterms:modified>
</cp:coreProperties>
</file>